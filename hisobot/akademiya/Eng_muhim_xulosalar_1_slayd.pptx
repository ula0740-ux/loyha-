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Xulosa" id="{0dc93e8d-37dc-827d-c97a-f2c70a914c26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94,5% — olti oyda kamida bir marta qatnashish, kurs tugatish emas. Sentabrdagi brigadir davomat indikatori 73,9% (reja &gt;90%). Past natijalarning 72,2%i Sifat yo‘nalishida. 70% — tahliliy chegara.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9966960" y="347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ADM ACADEMY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45720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2026-yil 1-aprel – 30-sentabr • Manba: ADM Academy hisobotlari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 oylik o‘qitish: eng muhim xulosalar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Qamrov yuqori, ammo sentabrda davomat pasaydi va Sifat yo‘nalishida kompetensiya past</a:t>
            </a:r>
            <a:endParaRPr lang="en-US" sz="1500" dirty="0"/>
          </a:p>
        </p:txBody>
      </p:sp>
      <p:sp>
        <p:nvSpPr>
          <p:cNvPr id="4" name="key1 card"/>
          <p:cNvSpPr/>
          <p:nvPr/>
        </p:nvSpPr>
        <p:spPr>
          <a:xfrm>
            <a:off x="45720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key1 value"/>
          <p:cNvSpPr txBox="1"/>
          <p:nvPr/>
        </p:nvSpPr>
        <p:spPr>
          <a:xfrm>
            <a:off x="685800" y="17099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94,5%</a:t>
            </a:r>
            <a:endParaRPr lang="en-US" sz="4400" dirty="0"/>
          </a:p>
        </p:txBody>
      </p:sp>
      <p:sp>
        <p:nvSpPr>
          <p:cNvPr id="6" name="key1 label"/>
          <p:cNvSpPr txBox="1"/>
          <p:nvPr/>
        </p:nvSpPr>
        <p:spPr>
          <a:xfrm>
            <a:off x="685800" y="27628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Brigadirlar o‘qitildi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165 nafardan 156 nafari kamida bir marta</a:t>
            </a:r>
            <a:endParaRPr lang="en-US" sz="1400" dirty="0"/>
          </a:p>
        </p:txBody>
      </p:sp>
      <p:sp>
        <p:nvSpPr>
          <p:cNvPr id="7" name="key2 card"/>
          <p:cNvSpPr/>
          <p:nvPr/>
        </p:nvSpPr>
        <p:spPr>
          <a:xfrm>
            <a:off x="402336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key2 value"/>
          <p:cNvSpPr txBox="1"/>
          <p:nvPr/>
        </p:nvSpPr>
        <p:spPr>
          <a:xfrm>
            <a:off x="4251960" y="17099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23 nafar</a:t>
            </a:r>
            <a:endParaRPr lang="en-US" sz="4400" dirty="0"/>
          </a:p>
        </p:txBody>
      </p:sp>
      <p:sp>
        <p:nvSpPr>
          <p:cNvPr id="9" name="key2 label"/>
          <p:cNvSpPr txBox="1"/>
          <p:nvPr/>
        </p:nvSpPr>
        <p:spPr>
          <a:xfrm>
            <a:off x="4251960" y="27628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Sentabrda darsga kelmagan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Aprelda 5 nafar edi; qamrov 85,0%gacha tushdi</a:t>
            </a:r>
            <a:endParaRPr lang="en-US" sz="1400" dirty="0"/>
          </a:p>
        </p:txBody>
      </p:sp>
      <p:sp>
        <p:nvSpPr>
          <p:cNvPr id="10" name="key3 card"/>
          <p:cNvSpPr/>
          <p:nvPr/>
        </p:nvSpPr>
        <p:spPr>
          <a:xfrm>
            <a:off x="457200" y="41148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1" name="key3 value"/>
          <p:cNvSpPr txBox="1"/>
          <p:nvPr/>
        </p:nvSpPr>
        <p:spPr>
          <a:xfrm>
            <a:off x="685800" y="42245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76,8%</a:t>
            </a:r>
            <a:endParaRPr lang="en-US" sz="4400" dirty="0"/>
          </a:p>
        </p:txBody>
      </p:sp>
      <p:sp>
        <p:nvSpPr>
          <p:cNvPr id="12" name="key3 label"/>
          <p:cNvSpPr txBox="1"/>
          <p:nvPr/>
        </p:nvSpPr>
        <p:spPr>
          <a:xfrm>
            <a:off x="685800" y="52774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O‘rtacha kompetensiya bali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341 xodim baholandi (585 ball maksimum)</a:t>
            </a:r>
            <a:endParaRPr lang="en-US" sz="1400" dirty="0"/>
          </a:p>
        </p:txBody>
      </p:sp>
      <p:sp>
        <p:nvSpPr>
          <p:cNvPr id="13" name="key4 card"/>
          <p:cNvSpPr/>
          <p:nvPr/>
        </p:nvSpPr>
        <p:spPr>
          <a:xfrm>
            <a:off x="4023360" y="41148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4" name="key4 value"/>
          <p:cNvSpPr txBox="1"/>
          <p:nvPr/>
        </p:nvSpPr>
        <p:spPr>
          <a:xfrm>
            <a:off x="4251960" y="42245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108 nafar</a:t>
            </a:r>
            <a:endParaRPr lang="en-US" sz="4400" dirty="0"/>
          </a:p>
        </p:txBody>
      </p:sp>
      <p:sp>
        <p:nvSpPr>
          <p:cNvPr id="15" name="key4 label"/>
          <p:cNvSpPr txBox="1"/>
          <p:nvPr/>
        </p:nvSpPr>
        <p:spPr>
          <a:xfrm>
            <a:off x="4251960" y="52774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70%dan past natija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Sifat 78, Yig‘uv 28 nafar</a:t>
            </a:r>
            <a:endParaRPr lang="en-US" sz="1400" dirty="0"/>
          </a:p>
        </p:txBody>
      </p:sp>
      <p:sp>
        <p:nvSpPr>
          <p:cNvPr id="16" name="decisions panel"/>
          <p:cNvSpPr/>
          <p:nvPr/>
        </p:nvSpPr>
        <p:spPr>
          <a:xfrm>
            <a:off x="7635240" y="1600200"/>
            <a:ext cx="4114800" cy="4754880"/>
          </a:xfrm>
          <a:prstGeom prst="roundRect">
            <a:avLst>
              <a:gd name="adj" fmla="val 1778"/>
            </a:avLst>
          </a:prstGeom>
          <a:solidFill>
            <a:schemeClr val="tx2"/>
          </a:solidFill>
          <a:ln/>
        </p:spPr>
      </p:sp>
      <p:sp>
        <p:nvSpPr>
          <p:cNvPr id="17" name="decisions head"/>
          <p:cNvSpPr txBox="1"/>
          <p:nvPr/>
        </p:nvSpPr>
        <p:spPr>
          <a:xfrm>
            <a:off x="790956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Rahbariyat qarori uchun</a:t>
            </a:r>
            <a:endParaRPr lang="en-US" sz="1800" dirty="0"/>
          </a:p>
        </p:txBody>
      </p:sp>
      <p:sp>
        <p:nvSpPr>
          <p:cNvPr id="18" name="decision num bg 1"/>
          <p:cNvSpPr/>
          <p:nvPr/>
        </p:nvSpPr>
        <p:spPr>
          <a:xfrm>
            <a:off x="790956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decision num 1"/>
          <p:cNvSpPr txBox="1"/>
          <p:nvPr/>
        </p:nvSpPr>
        <p:spPr>
          <a:xfrm>
            <a:off x="7909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decision text 1"/>
          <p:cNvSpPr txBox="1"/>
          <p:nvPr/>
        </p:nvSpPr>
        <p:spPr>
          <a:xfrm>
            <a:off x="8549640" y="2331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Davomatni tiklash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23 brigadir uchun qo‘shimcha darslar; sex rahbarlari sababni aniqlasin.</a:t>
            </a:r>
            <a:endParaRPr lang="en-US" sz="1500" dirty="0"/>
          </a:p>
        </p:txBody>
      </p:sp>
      <p:sp>
        <p:nvSpPr>
          <p:cNvPr id="21" name="decision num bg 2"/>
          <p:cNvSpPr/>
          <p:nvPr/>
        </p:nvSpPr>
        <p:spPr>
          <a:xfrm>
            <a:off x="7909560" y="3657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decision num 2"/>
          <p:cNvSpPr txBox="1"/>
          <p:nvPr/>
        </p:nvSpPr>
        <p:spPr>
          <a:xfrm>
            <a:off x="79095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decision text 2"/>
          <p:cNvSpPr txBox="1"/>
          <p:nvPr/>
        </p:nvSpPr>
        <p:spPr>
          <a:xfrm>
            <a:off x="8549640" y="3611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106 xodimni qayta o‘qitish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Sifat va Yig‘uv: ADM MS, yo‘qotishlar, WPO. 30 kunda qayta baho.</a:t>
            </a:r>
            <a:endParaRPr lang="en-US" sz="1500" dirty="0"/>
          </a:p>
        </p:txBody>
      </p:sp>
      <p:sp>
        <p:nvSpPr>
          <p:cNvPr id="24" name="decision num bg 3"/>
          <p:cNvSpPr/>
          <p:nvPr/>
        </p:nvSpPr>
        <p:spPr>
          <a:xfrm>
            <a:off x="790956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decision num 3"/>
          <p:cNvSpPr txBox="1"/>
          <p:nvPr/>
        </p:nvSpPr>
        <p:spPr>
          <a:xfrm>
            <a:off x="79095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decision text 3"/>
          <p:cNvSpPr txBox="1"/>
          <p:nvPr/>
        </p:nvSpPr>
        <p:spPr>
          <a:xfrm>
            <a:off x="8549640" y="48920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Yagona reyestr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Davomat, baho, sertifikat va xarajat bitta tizimda.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M Academy">
  <a:themeElements>
    <a:clrScheme name="ADM Academy">
      <a:dk1>
        <a:srgbClr val="1A1F36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C8102E"/>
      </a:accent2>
      <a:accent3>
        <a:srgbClr val="5B6B8C"/>
      </a:accent3>
      <a:accent4>
        <a:srgbClr val="9AA7BF"/>
      </a:accent4>
      <a:accent5>
        <a:srgbClr val="2E7D32"/>
      </a:accent5>
      <a:accent6>
        <a:srgbClr val="F2A900"/>
      </a:accent6>
      <a:hlink>
        <a:srgbClr val="14213D"/>
      </a:hlink>
      <a:folHlink>
        <a:srgbClr val="5B6B8C"/>
      </a:folHlink>
    </a:clrScheme>
    <a:fontScheme name="ADM Academ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ADM Jizzax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oylik o‘qitish: eng muhim xulosalar</dc:title>
  <dc:subject>PptxGenJS Presentation</dc:subject>
  <dc:creator>ADM Academy</dc:creator>
  <cp:lastModifiedBy>ADM Academy</cp:lastModifiedBy>
  <cp:revision>1</cp:revision>
  <dcterms:created xsi:type="dcterms:W3CDTF">2026-10-13T12:21:10Z</dcterms:created>
  <dcterms:modified xsi:type="dcterms:W3CDTF">2026-10-13T12:21:10Z</dcterms:modified>
</cp:coreProperties>
</file>